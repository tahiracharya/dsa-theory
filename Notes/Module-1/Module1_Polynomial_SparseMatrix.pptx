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ADT &amp; Sparse Matrix Transpose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Applications (1BCS305) · Module 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store only what matters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201168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2x¹⁰⁰⁰ + 1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1001 boxes would use only 2 of them.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188720"/>
            <a:ext cx="3931920" cy="201168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× 1000 = 1,000,000 cells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2000 are non-zero.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topics today answer the same question: how do we avoid storing empty space, and still work fast?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ADT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polynomial is a list of terms: 3x⁴ + 2x² + 1 = pairs (3,4), (2,2), (1,0)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term = coefficient + exponent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= WHAT you can do, separate from HOW it is stored (like a washing machine: buttons vs wiring)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 Zero, IsZero, Coef, Lead-Exp, Attach, Remove, Add, Mult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implement Add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store a polynomial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274320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1: one array, index = exponent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3x⁴+2x²+1 → coef = [1, 0, 2, 0, 3]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2x¹⁰⁰⁰+1 needs 1001 boxes.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most powers exist (dense).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188720"/>
            <a:ext cx="3931920" cy="274320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2: shared terms[] array of (coef, expon)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2x¹⁰⁰⁰+1 → (2,1000), (1,0)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polynomial = start and finish index; avail = next free slot.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most powers are missing (sparse).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always better: it depends on how dense the polynomial is.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polynomials: the two-fingers merge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finger on A, one on B, both start at the highest exponent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exponents: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→ copy A's term, move A's finger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bigger → copy B's term, move B's finger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→ add coefficients, attach only if the sum is not 0, move both fingers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polynomial runs out, copy the rest of the other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Trace: A = 3x⁴+2x²+1, B = 5x³−2x²+4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274320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finger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finger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so far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5x³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&gt; 3, copy 3x⁴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5x³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&lt; 3, copy 5x³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3x⁴ + 5x³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−2x²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equal: 2−2 = 0, skip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3x⁴ + 5x³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equal: 1+4 = 5, copy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3x⁴ + 5x³ + 5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every step moves a finger forward, so at most m + n steps → O(m + n)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matrix: store non-zeros as triples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011680" cy="164592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5  0  0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0  0  3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2  0  7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097280"/>
          <a:ext cx="5760720" cy="914400"/>
        </p:xfrm>
        <a:graphic>
          <a:graphicData uri="http://schemas.openxmlformats.org/drawingml/2006/table">
            <a:tbl>
              <a:tblPr/>
              <a:tblGrid>
                <a:gridCol w="1440180"/>
                <a:gridCol w="1440180"/>
                <a:gridCol w="1440180"/>
                <a:gridCol w="14401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a[1]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a[2]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a[3]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a[4]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a[0] is a header: rows, columns, number of non-zeros. The rest are sorted by row, then column. Everything that follows depends on this order.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Transpose: swap rows and columns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at (row i, col j) moves to (row j, col i); the shape flips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swap in every triple: (0,0,5) (1,2,3) (2,0,2) (2,2,7) → (0,0,5) (2,1,3) (0,2,2) (2,2,7)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now read 0, 2, 0, 2: NOT sorted!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challenge: swap AND end up in row order, without a slow sort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 solve this: transpose and fast_transpose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transpose (column by column)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column 0 becomes new row 0, so collect column 0 first, then column 1, then column 2 …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scan the whole pile of cards once for every column number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comes out already sorted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columns × terms → O(columns × terms)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1000 columns and 2000 terms: 2,000,000 steps, slower than a plain 2-D array (1,000,000)!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fast_transpose (reserve seats, then place)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A: COUNT the entries in each old column → row_terms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B: START positions: start[0] = 1, start[i] = start[i−1] + count[i−1]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C: PLACE: read the list once; put each entry at start[its column], swap row/col, then start[col]++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automatically: each new row has its own reserved block, filled in original row order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O(columns + terms). Extra space: two small arrays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fast_transpose trace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row_terms = [2, 0, 2]      starting_pos = [1, 3, 3]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37744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col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Goes to slot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(0,0,5)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(0,0,5)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(1,2,3)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(2,1,3)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(2,0,2)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(slot 1 used)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(0,2,2)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(2,2,7)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(slot 3 used)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(2,2,7)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 slot order: (0,0,5) (0,2,2) (2,1,3) (2,2,7). Sorted, with no sorting step.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complexities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2-D array transpose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O(rows × cols)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wastes memory on zeros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O(cols × terms)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memory, can be slow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fast_transpose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O(cols + terms)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memory and time; 2 extra arrays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 (polynomial add)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 +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pass, two fingers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vs time trade-off: two small arrays buy a huge speed-up.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